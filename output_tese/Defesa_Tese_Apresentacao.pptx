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8BDF8"/>
                </a:solidFill>
              </a:defRPr>
            </a:pPr>
            <a:r>
              <a:t>DEFESA DE DISSERTAÇÃO DE MESTRADO</a:t>
            </a:r>
          </a:p>
          <a:p>
            <a:pPr>
              <a:spcAft>
                <a:spcPts val="2400"/>
              </a:spcAft>
              <a:defRPr sz="3200" b="1">
                <a:solidFill>
                  <a:srgbClr val="FFFFFF"/>
                </a:solidFill>
              </a:defRPr>
            </a:pPr>
            <a:r>
              <a:t>Arquitetura de Swarm e Orquestração Autónoma de Agentes de IA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Candidato: João Faria  |  Orientador: Prof. Doutor JARVIS OS</a:t>
            </a:r>
            <a:br/>
            <a:r>
              <a:t>Universidade de Lisboa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Objetivos e Contribuições Principais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t>⚡ Resiliência Total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Protocolo com mecanismos de Self-Healing para falhas de rede, reconexão transparente e tratamento de limites de taxa (429).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t>🧩 Subagentes Especialistas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Divisão de tarefas em Work Packages executados por agentes especializados (SQL, CSS, Segurança, SEO, Modais UI).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t>📄 Suporte Documental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Geração nativa de teses em Word (.docx), matrizes em Excel (.xlsx), relatórios PDF e apresentações (.pptx).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